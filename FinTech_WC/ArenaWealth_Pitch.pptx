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decisions you can audit.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portfolio workbench that shows the data behind every recommendation — provider health, source provenance, policy version, and a replayable decision log.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4983480"/>
            <a:ext cx="2926080" cy="0"/>
          </a:xfrm>
          <a:prstGeom prst="line">
            <a:avLst/>
          </a:prstGeom>
          <a:noFill/>
          <a:ln w="12700">
            <a:solidFill>
              <a:srgbClr val="2832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World Cup  ·  Solo founder  ·  Free-data-first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Self-directed investors decide blind.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and independent-advisor tools show a recommendation — but hide the data path behind it. Investors cannot answer three basic questions before they act: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3337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82296" cy="2468880"/>
          </a:xfrm>
          <a:prstGeom prst="rect">
            <a:avLst/>
          </a:prstGeom>
          <a:solidFill>
            <a:srgbClr val="3BA4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A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data current?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343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may be stale or cached. Most tools never say which.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788920"/>
            <a:ext cx="3337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788920"/>
            <a:ext cx="82296" cy="2468880"/>
          </a:xfrm>
          <a:prstGeom prst="rect">
            <a:avLst/>
          </a:prstGeom>
          <a:solidFill>
            <a:srgbClr val="3BA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A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0916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this come from?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4343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my broker export, a manual edit, or a demo fixture?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788920"/>
            <a:ext cx="3337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788920"/>
            <a:ext cx="82296" cy="2468880"/>
          </a:xfrm>
          <a:prstGeom prst="rect">
            <a:avLst/>
          </a:prstGeom>
          <a:solidFill>
            <a:srgbClr val="3BA4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A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2104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math survive costs?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4343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'buy' that loses to a $2.50 fee is not a real recommendation.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auditable portfolio workbench.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 makes the full decision chain visible before you act — and replayable after.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074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82296" cy="155448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8892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or edit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48840" y="31821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Auto-reads the newest broker CSV, or build holdings by hand. No broker lock-in.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468880"/>
            <a:ext cx="5074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468880"/>
            <a:ext cx="82296" cy="155448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788920"/>
            <a:ext cx="777240" cy="777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source health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98080" y="31821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shows working, configured, or error — no silent staleness.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" y="4251960"/>
            <a:ext cx="5074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51960"/>
            <a:ext cx="82296" cy="155448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0"/>
            <a:ext cx="777240" cy="777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48840" y="4526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with guardrails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48840" y="4965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with economic floors. Same inputs, same output.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72200" y="4251960"/>
            <a:ext cx="5074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4251960"/>
            <a:ext cx="82296" cy="155448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572000"/>
            <a:ext cx="777240" cy="7772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526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 the decision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98080" y="4965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logged with policy version, source, and provider mode.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recommendation carries its provenance.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82296" cy="228600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7432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0507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CSV, manual edit,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fixture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0896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566160" y="242316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423160"/>
            <a:ext cx="82296" cy="228600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74320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03320" y="40507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status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decision time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85216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309360" y="242316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2423160"/>
            <a:ext cx="82296" cy="228600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743200"/>
            <a:ext cx="822960" cy="8229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46520" y="40507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9536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052560" y="242316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52560" y="2423160"/>
            <a:ext cx="82296" cy="2286000"/>
          </a:xfrm>
          <a:prstGeom prst="rect">
            <a:avLst/>
          </a:prstGeom>
          <a:solidFill>
            <a:srgbClr val="00C78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2743200"/>
            <a:ext cx="822960" cy="8229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log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189720" y="40507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replayable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can reproduce any past decision by feeding the same inputs. That is the core promise: not just an answer, but an answer you can check.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JUDGES 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$2.50 is 1% of your trade,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trade is too small.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Brokerages charge a flat fee per trade. Below a threshold, fees quietly eat the return. Most tools still tell you to buy. We don't.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1097280"/>
            <a:ext cx="3108960" cy="2377440"/>
          </a:xfrm>
          <a:prstGeom prst="rect">
            <a:avLst/>
          </a:prstGeom>
          <a:solidFill>
            <a:srgbClr val="11161C"/>
          </a:solidFill>
          <a:ln w="12700">
            <a:solidFill>
              <a:srgbClr val="2832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0" y="1097280"/>
            <a:ext cx="3108960" cy="82296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1417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C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economic order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fee impact at or under 1%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41648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below floor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0" y="40233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cash — adding capital beats a fee-eaten trade.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1888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 for one order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4800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one economic order, not two weak ones.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961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5577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 for more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572000" y="55778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ranked holdings within policy limits.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Provenance, not just output.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82296" cy="749808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38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0" y="19385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 + cash always yields the same orders. Provable, testable.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10515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697480"/>
            <a:ext cx="82296" cy="749808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803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807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Free-data-first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8072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useful analysis with no paid API keys. Optional keys upgrade to live data.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3566160"/>
            <a:ext cx="10515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566160"/>
            <a:ext cx="82296" cy="749808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490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75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provenance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029200" y="367588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shows whether data is a broker export, a manual edit, or a fixture.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22960" y="4434840"/>
            <a:ext cx="10515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434840"/>
            <a:ext cx="82296" cy="749808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1772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544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guardrails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029200" y="45445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fee-eroded micro-orders instead of recommending them.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2960" y="5303520"/>
            <a:ext cx="10515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5303520"/>
            <a:ext cx="82296" cy="749808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486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413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Replayable audit log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029200" y="54132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recorded with policy version, source, and provider mode.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expand by trust.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" cy="2651760"/>
          </a:xfrm>
          <a:prstGeom prst="rect">
            <a:avLst/>
          </a:prstGeom>
          <a:solidFill>
            <a:srgbClr val="28323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8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$5–8B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 decision-support software by 2027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337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011680"/>
            <a:ext cx="82296" cy="2651760"/>
          </a:xfrm>
          <a:prstGeom prst="rect">
            <a:avLst/>
          </a:prstGeom>
          <a:solidFill>
            <a:srgbClr val="3BA4F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651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$1.2–2.5B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equity investors + independent advisors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337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011680"/>
            <a:ext cx="82296" cy="265176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5–10k users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equity holders who export broker CSVs (Yr 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Brazilian and LatAm investors on US-equity brokers (e.g. Avenue) export CSVs and manage them in spreadsheets today. Low tool quality, high export behavior.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phases, gated by compliance.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" cy="3108960"/>
          </a:xfrm>
          <a:prstGeom prst="rect">
            <a:avLst/>
          </a:prstGeom>
          <a:solidFill>
            <a:srgbClr val="3BA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3BA4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workbench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self-directed investors. Free import, health, and decision log. Paid tier for live data and history.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011680"/>
            <a:ext cx="82296" cy="310896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286000"/>
            <a:ext cx="640080" cy="640080"/>
          </a:xfrm>
          <a:prstGeom prst="ellipse">
            <a:avLst/>
          </a:prstGeom>
          <a:solidFill>
            <a:srgbClr val="F5C84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workspace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703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Multi-portfolio mode with client isolation and audit trail. Per-seat pricing for independent advisors.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011680"/>
            <a:ext cx="82296" cy="3108960"/>
          </a:xfrm>
          <a:prstGeom prst="rect">
            <a:avLst/>
          </a:prstGeom>
          <a:solidFill>
            <a:srgbClr val="00C78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2286000"/>
            <a:ext cx="640080" cy="640080"/>
          </a:xfrm>
          <a:prstGeom prst="ellipse">
            <a:avLst/>
          </a:prstGeom>
          <a:solidFill>
            <a:srgbClr val="00C78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platform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703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with suitability — only after RIA / CVM licensing or white-label via a licensed partner.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tool, not an adviser — by design.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82296" cy="3108960"/>
          </a:xfrm>
          <a:prstGeom prst="rect">
            <a:avLst/>
          </a:prstGeom>
          <a:solidFill>
            <a:srgbClr val="00C7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and visualizes portfolio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holdings on configurable criteria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data-source health and provenance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replays recommendation runs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920240"/>
            <a:ext cx="82296" cy="3108960"/>
          </a:xfrm>
          <a:prstGeom prst="rect">
            <a:avLst/>
          </a:prstGeom>
          <a:solidFill>
            <a:srgbClr val="A33A3A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04088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not do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83680" y="27889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personalized investment advice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trades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or custody funds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suitability assessments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5257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stay clearly outside SEC / CVM advisory definitions until licensing is pursued. MiFID II review precedes any EU launch.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its own first user.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" cy="3200400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7744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2331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Sidnei Barbieri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17520" y="2834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· Engineer · Self-directed investor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1752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manage my own US-equity portfolio through a Brazilian broker and hit this exact problem: exports in spreadsheets, no audit trail, no guardrails. ArenaWealth is dogfooded on my real holdings — every feature exists because I needed it before I shipped it.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440680"/>
            <a:ext cx="3337560" cy="64008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5440680"/>
            <a:ext cx="64008" cy="64008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Dogfooded on real Avenue data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5440680"/>
            <a:ext cx="3337560" cy="64008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14" name="Shape 11"/>
          <p:cNvSpPr/>
          <p:nvPr/>
        </p:nvSpPr>
        <p:spPr>
          <a:xfrm>
            <a:off x="4434840" y="5440680"/>
            <a:ext cx="64008" cy="64008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make verify passes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46720" y="5440680"/>
            <a:ext cx="3337560" cy="64008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0" y="5440680"/>
            <a:ext cx="64008" cy="64008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18" name="Text 15"/>
          <p:cNvSpPr/>
          <p:nvPr/>
        </p:nvSpPr>
        <p:spPr>
          <a:xfrm>
            <a:off x="827532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Free-data-first architecture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ArenaWealth Pro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C8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 investing auditable.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fintech partners who serve self-directed investors or independent advisors — and the validation, data, and distribution to move from a dogfooded workbench to a trusted product.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337560" cy="1737360"/>
          </a:xfrm>
          <a:prstGeom prst="rect">
            <a:avLst/>
          </a:prstGeom>
          <a:solidFill>
            <a:srgbClr val="11161C"/>
          </a:solidFill>
          <a:ln w="12700">
            <a:solidFill>
              <a:srgbClr val="2832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11880"/>
            <a:ext cx="3337560" cy="73152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8862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526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4919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advisor workflows with real users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3611880"/>
            <a:ext cx="3337560" cy="1737360"/>
          </a:xfrm>
          <a:prstGeom prst="rect">
            <a:avLst/>
          </a:prstGeom>
          <a:solidFill>
            <a:srgbClr val="11161C"/>
          </a:solidFill>
          <a:ln w="12700">
            <a:solidFill>
              <a:srgbClr val="2832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3611880"/>
            <a:ext cx="3337560" cy="73152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886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4526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09160" y="4919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data + distribution partners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3611880"/>
            <a:ext cx="3337560" cy="1737360"/>
          </a:xfrm>
          <a:prstGeom prst="rect">
            <a:avLst/>
          </a:prstGeom>
          <a:solidFill>
            <a:srgbClr val="11161C"/>
          </a:solidFill>
          <a:ln w="12700">
            <a:solidFill>
              <a:srgbClr val="2832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3611880"/>
            <a:ext cx="3337560" cy="73152"/>
          </a:xfrm>
          <a:prstGeom prst="rect">
            <a:avLst/>
          </a:prstGeom>
          <a:solidFill>
            <a:srgbClr val="F5C84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8862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526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license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21040" y="4919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route to regulated advice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Sidnei Barbieri  ·  ArenaWealth Pro  ·  [contact / demo link]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ArenaWealth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ArenaWealth Pro — FinTech World Cup</dc:title>
  <dc:subject>PptxGenJS Presentation</dc:subject>
  <dc:creator>Sidnei Barbieri</dc:creator>
  <cp:lastModifiedBy>Sidnei Barbieri</cp:lastModifiedBy>
  <cp:revision>1</cp:revision>
  <dcterms:created xsi:type="dcterms:W3CDTF">2026-05-25T19:51:03Z</dcterms:created>
  <dcterms:modified xsi:type="dcterms:W3CDTF">2026-05-25T19:51:03Z</dcterms:modified>
</cp:coreProperties>
</file>